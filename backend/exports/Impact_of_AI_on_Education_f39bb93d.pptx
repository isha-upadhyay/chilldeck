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Introduction to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Artificial Intelligence (AI) is transforming the education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AI-powered tools are being used to personalize learning experiences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Benefits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Improved student engagement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Enhanced learning outcomes and academic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Types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Intelligent Tutoring Systems (ITS)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Adaptive Learning Systems (ALS)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Natural Language Processing (NLP)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AI-Powered Learning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Intelligent Quizzing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Automated Grading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Virtual Learning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Challenges and Limitations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Bias and fairness in AI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Dependence on high-quality data and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Future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Predictions for AI adoption in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Potential for AI to revolutionize teaching and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AI and Accessibility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AI-powered tools for students with disabilities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Increased accessibility and inclusivity in education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AI in Teacher Training and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AI-powered professional development for teachers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Enhanced teacher training and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Importance of Ethics in AI Development and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Define ethics in AI development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Explain the consequences of unethical AI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Conclusion: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Summary of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Future directions for AI in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