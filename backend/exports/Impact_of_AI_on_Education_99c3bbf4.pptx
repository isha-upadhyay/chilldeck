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9333EA"/>
                </a:solidFill>
              </a:defRPr>
            </a:pPr>
            <a:r>
              <a:t>Introduction to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23232"/>
                </a:solidFill>
              </a:defRPr>
            </a:pPr>
            <a:r>
              <a:t>• The use of AI in education helps create learning experiences that are compatible with the needs of each student.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23232"/>
                </a:solidFill>
              </a:defRPr>
            </a:pPr>
            <a:r>
              <a:t>• 32% of teachers using AI report a decrease in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23232"/>
                </a:solidFill>
              </a:defRPr>
            </a:pPr>
            <a:r>
              <a:t>• 53% of teachers believe AI could help with automated marking and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23232"/>
                </a:solidFill>
              </a:defRPr>
            </a:pPr>
            <a:r>
              <a:t>• 43% of teachers think AI won’t be able to replace teaching essential life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23232"/>
                </a:solidFill>
              </a:defRPr>
            </a:pPr>
            <a:r>
              <a:t>• 49% believe AI will make academic cheating more difficult to 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23232"/>
                </a:solidFill>
              </a:defRPr>
            </a:pPr>
            <a:r>
              <a:t>• 62% believe AI will make academic cheating more difficult to detect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9333EA"/>
                </a:solidFill>
              </a:defRPr>
            </a:pPr>
            <a:r>
              <a:t>Impact of AI on Teaching and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23232"/>
                </a:solidFill>
              </a:defRPr>
            </a:pPr>
            <a:r>
              <a:t>• Integrated AI assistant via LangChain to assist debugging.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23232"/>
                </a:solidFill>
              </a:defRPr>
            </a:pPr>
            <a:r>
              <a:t>• Added study mode, quizzes, and notes, increasing user retention by 60%.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