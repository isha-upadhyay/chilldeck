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Research: debugging &amp; prompt-based code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Enhanced platform retention by 60% with study mode, DSA quizzes, and notes management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Education ABES Institute of Technology Sept 2022 – Present B.Tech in Computer Science (AI Specialization) — CGPA: 7.4 Ghaziabad,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Achievements &amp; Certifications: Python Programming – CodeChef, AI/ML Training – GI Ventures powered by Nvidia, AWS Solutions Architecture – Forage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40AF"/>
                </a:solidFill>
              </a:defRPr>
            </a:pPr>
            <a:r>
              <a:t>Concepts in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Help students recognize and categorize examples by creating mental file folders in the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Vary in abstraction from specific to broad.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Critical attributes are the criteria used to determine whether something is or isn't an example of a concept.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Training students to be concept hunters helps them spot concepts in everyday life, current events, and pop culture.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Using movement, modeling clay, drawing, etc., can help students describe critical attributes non-linguistically.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Physical objects can represent concepts using critical attributes, and students can describe how they do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40A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Research: debugging &amp; prompt-based code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Enhanced platform retention by 60% with study mode, DSA quizzes, and notes management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Education: B.Tech in Computer Science (AI Specialization) at ABES Institute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• Achievements: Python Programming, AI/ML Training, AWS Solutions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